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5400675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7" autoAdjust="0"/>
    <p:restoredTop sz="94660"/>
  </p:normalViewPr>
  <p:slideViewPr>
    <p:cSldViewPr snapToGrid="0">
      <p:cViewPr varScale="1">
        <p:scale>
          <a:sx n="231" d="100"/>
          <a:sy n="231" d="100"/>
        </p:scale>
        <p:origin x="149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294620"/>
            <a:ext cx="405050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945535"/>
            <a:ext cx="405050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1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448807"/>
            <a:ext cx="4658082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204734"/>
            <a:ext cx="4658082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1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479227"/>
            <a:ext cx="229528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479227"/>
            <a:ext cx="2295287" cy="1142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7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95846"/>
            <a:ext cx="4658082" cy="347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441305"/>
            <a:ext cx="228473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657582"/>
            <a:ext cx="2284738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441305"/>
            <a:ext cx="229599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657582"/>
            <a:ext cx="2295990" cy="9672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8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8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4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20015"/>
            <a:ext cx="1741858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259199"/>
            <a:ext cx="2734092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40067"/>
            <a:ext cx="1741858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4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20015"/>
            <a:ext cx="1741858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259199"/>
            <a:ext cx="2734092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40067"/>
            <a:ext cx="1741858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0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0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95846"/>
            <a:ext cx="1164521" cy="15256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95846"/>
            <a:ext cx="3426053" cy="15256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0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95846"/>
            <a:ext cx="4658082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479227"/>
            <a:ext cx="4658082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1668542"/>
            <a:ext cx="121515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93B6D-4325-4387-B580-A3D82003887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1668542"/>
            <a:ext cx="182272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1668542"/>
            <a:ext cx="1215152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AAF8-96A8-4A51-BAED-547EDB5934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4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C4B5E92-B51B-45C8-8B77-4207BA97ACE0}"/>
              </a:ext>
            </a:extLst>
          </p:cNvPr>
          <p:cNvGrpSpPr/>
          <p:nvPr/>
        </p:nvGrpSpPr>
        <p:grpSpPr>
          <a:xfrm>
            <a:off x="4101392" y="242306"/>
            <a:ext cx="1289802" cy="1511960"/>
            <a:chOff x="4213152" y="62674"/>
            <a:chExt cx="1289802" cy="1511960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FECDA6E4-08A4-46F2-B248-3D896EEBA4D5}"/>
                </a:ext>
              </a:extLst>
            </p:cNvPr>
            <p:cNvSpPr/>
            <p:nvPr/>
          </p:nvSpPr>
          <p:spPr>
            <a:xfrm>
              <a:off x="4213476" y="1154909"/>
              <a:ext cx="1289154" cy="41972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D61C654E-DFE9-4C84-A3AA-66BE79FBCEFE}"/>
                </a:ext>
              </a:extLst>
            </p:cNvPr>
            <p:cNvCxnSpPr>
              <a:cxnSpLocks/>
            </p:cNvCxnSpPr>
            <p:nvPr/>
          </p:nvCxnSpPr>
          <p:spPr>
            <a:xfrm>
              <a:off x="4213152" y="1160482"/>
              <a:ext cx="128980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3310C458-8A46-4C3C-8485-47BC6D17BE4D}"/>
                </a:ext>
              </a:extLst>
            </p:cNvPr>
            <p:cNvSpPr/>
            <p:nvPr/>
          </p:nvSpPr>
          <p:spPr>
            <a:xfrm>
              <a:off x="4451144" y="875093"/>
              <a:ext cx="814466" cy="2797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66B41377-67A7-49F5-B931-69899FF8DECE}"/>
                </a:ext>
              </a:extLst>
            </p:cNvPr>
            <p:cNvCxnSpPr>
              <a:cxnSpLocks/>
            </p:cNvCxnSpPr>
            <p:nvPr/>
          </p:nvCxnSpPr>
          <p:spPr>
            <a:xfrm>
              <a:off x="4403352" y="311041"/>
              <a:ext cx="90940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04D465DE-81D9-48C4-BAAA-EFED5A5981C6}"/>
                </a:ext>
              </a:extLst>
            </p:cNvPr>
            <p:cNvSpPr txBox="1"/>
            <p:nvPr/>
          </p:nvSpPr>
          <p:spPr>
            <a:xfrm>
              <a:off x="4543704" y="62674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motion</a:t>
              </a: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3CB656A8-7BA3-4E59-9F79-6A65D4A59E5A}"/>
                </a:ext>
              </a:extLst>
            </p:cNvPr>
            <p:cNvCxnSpPr>
              <a:cxnSpLocks/>
            </p:cNvCxnSpPr>
            <p:nvPr/>
          </p:nvCxnSpPr>
          <p:spPr>
            <a:xfrm>
              <a:off x="4882925" y="1011028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41F3563A-B4FE-4E9F-9377-83124A7A4D81}"/>
                    </a:ext>
                  </a:extLst>
                </p:cNvPr>
                <p:cNvSpPr txBox="1"/>
                <p:nvPr/>
              </p:nvSpPr>
              <p:spPr>
                <a:xfrm>
                  <a:off x="4649029" y="1203460"/>
                  <a:ext cx="17921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41F3563A-B4FE-4E9F-9377-83124A7A4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9029" y="1203460"/>
                  <a:ext cx="179215" cy="169277"/>
                </a:xfrm>
                <a:prstGeom prst="rect">
                  <a:avLst/>
                </a:prstGeom>
                <a:blipFill>
                  <a:blip r:embed="rId2"/>
                  <a:stretch>
                    <a:fillRect l="-16667" r="-3333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65A46D8C-FD65-49C7-B795-42A9E0CC48A9}"/>
                    </a:ext>
                  </a:extLst>
                </p:cNvPr>
                <p:cNvSpPr txBox="1"/>
                <p:nvPr/>
              </p:nvSpPr>
              <p:spPr>
                <a:xfrm>
                  <a:off x="4926122" y="652545"/>
                  <a:ext cx="18838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65A46D8C-FD65-49C7-B795-42A9E0CC4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6122" y="652545"/>
                  <a:ext cx="188385" cy="169277"/>
                </a:xfrm>
                <a:prstGeom prst="rect">
                  <a:avLst/>
                </a:prstGeom>
                <a:blipFill>
                  <a:blip r:embed="rId3"/>
                  <a:stretch>
                    <a:fillRect l="-16129" r="-6452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5677453E-BC0F-4FED-A0B6-369F140C78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0610" y="460113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7A83AF2-1EA6-4BDA-87D5-0E9AB82D9DC8}"/>
              </a:ext>
            </a:extLst>
          </p:cNvPr>
          <p:cNvGrpSpPr/>
          <p:nvPr/>
        </p:nvGrpSpPr>
        <p:grpSpPr>
          <a:xfrm>
            <a:off x="11480" y="242306"/>
            <a:ext cx="1289802" cy="1511960"/>
            <a:chOff x="-74880" y="69586"/>
            <a:chExt cx="1289802" cy="1511960"/>
          </a:xfrm>
        </p:grpSpPr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52F9B449-DB96-40F7-925C-6FAE47AF3A88}"/>
                </a:ext>
              </a:extLst>
            </p:cNvPr>
            <p:cNvSpPr/>
            <p:nvPr/>
          </p:nvSpPr>
          <p:spPr>
            <a:xfrm>
              <a:off x="-74556" y="1161821"/>
              <a:ext cx="1289154" cy="41972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E1717811-1946-4C19-AB04-8C27EFDEC81A}"/>
                </a:ext>
              </a:extLst>
            </p:cNvPr>
            <p:cNvCxnSpPr>
              <a:cxnSpLocks/>
            </p:cNvCxnSpPr>
            <p:nvPr/>
          </p:nvCxnSpPr>
          <p:spPr>
            <a:xfrm>
              <a:off x="-74880" y="1167394"/>
              <a:ext cx="128980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hteck: abgerundete Ecken 75">
              <a:extLst>
                <a:ext uri="{FF2B5EF4-FFF2-40B4-BE49-F238E27FC236}">
                  <a16:creationId xmlns:a16="http://schemas.microsoft.com/office/drawing/2014/main" id="{A0A1C56D-7C00-4A41-A3A4-D7A6FCF236B2}"/>
                </a:ext>
              </a:extLst>
            </p:cNvPr>
            <p:cNvSpPr/>
            <p:nvPr/>
          </p:nvSpPr>
          <p:spPr>
            <a:xfrm>
              <a:off x="163112" y="882005"/>
              <a:ext cx="814466" cy="2797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61FEC3FD-7BD2-42F9-B2E2-7CA6652712AF}"/>
                </a:ext>
              </a:extLst>
            </p:cNvPr>
            <p:cNvCxnSpPr>
              <a:cxnSpLocks/>
            </p:cNvCxnSpPr>
            <p:nvPr/>
          </p:nvCxnSpPr>
          <p:spPr>
            <a:xfrm>
              <a:off x="115320" y="317953"/>
              <a:ext cx="90940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33571ED9-6E35-4E53-A6AB-AD5A2405DD83}"/>
                </a:ext>
              </a:extLst>
            </p:cNvPr>
            <p:cNvSpPr txBox="1"/>
            <p:nvPr/>
          </p:nvSpPr>
          <p:spPr>
            <a:xfrm>
              <a:off x="255672" y="69586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motion</a:t>
              </a:r>
            </a:p>
          </p:txBody>
        </p: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FD5C391C-0C14-4D76-85D4-7DE7020F7BEC}"/>
                </a:ext>
              </a:extLst>
            </p:cNvPr>
            <p:cNvCxnSpPr>
              <a:cxnSpLocks/>
            </p:cNvCxnSpPr>
            <p:nvPr/>
          </p:nvCxnSpPr>
          <p:spPr>
            <a:xfrm>
              <a:off x="562288" y="1014983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81D39573-7B02-4C2C-882B-D6FCD20EF463}"/>
                    </a:ext>
                  </a:extLst>
                </p:cNvPr>
                <p:cNvSpPr txBox="1"/>
                <p:nvPr/>
              </p:nvSpPr>
              <p:spPr>
                <a:xfrm>
                  <a:off x="328392" y="1207415"/>
                  <a:ext cx="17921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81D39573-7B02-4C2C-882B-D6FCD20EF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92" y="1207415"/>
                  <a:ext cx="179215" cy="169277"/>
                </a:xfrm>
                <a:prstGeom prst="rect">
                  <a:avLst/>
                </a:prstGeom>
                <a:blipFill>
                  <a:blip r:embed="rId2"/>
                  <a:stretch>
                    <a:fillRect l="-17241" r="-6897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780D4414-FA74-4619-AB33-F587FBC464D6}"/>
                    </a:ext>
                  </a:extLst>
                </p:cNvPr>
                <p:cNvSpPr txBox="1"/>
                <p:nvPr/>
              </p:nvSpPr>
              <p:spPr>
                <a:xfrm>
                  <a:off x="608122" y="657736"/>
                  <a:ext cx="18838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780D4414-FA74-4619-AB33-F587FBC46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122" y="657736"/>
                  <a:ext cx="188385" cy="169277"/>
                </a:xfrm>
                <a:prstGeom prst="rect">
                  <a:avLst/>
                </a:prstGeom>
                <a:blipFill>
                  <a:blip r:embed="rId3"/>
                  <a:stretch>
                    <a:fillRect l="-16129" r="-6452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1C56CB76-F2C6-4A88-AB42-FE7F9F0F9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610" y="465304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4CB952B2-40F6-4A2E-A18A-096AD64DCCFE}"/>
                </a:ext>
              </a:extLst>
            </p:cNvPr>
            <p:cNvCxnSpPr>
              <a:cxnSpLocks/>
            </p:cNvCxnSpPr>
            <p:nvPr/>
          </p:nvCxnSpPr>
          <p:spPr>
            <a:xfrm>
              <a:off x="562288" y="1011028"/>
              <a:ext cx="25300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5FAF19EB-1EE2-45F6-878A-8AAF3F75EADE}"/>
                </a:ext>
              </a:extLst>
            </p:cNvPr>
            <p:cNvSpPr txBox="1"/>
            <p:nvPr/>
          </p:nvSpPr>
          <p:spPr>
            <a:xfrm>
              <a:off x="836541" y="934786"/>
              <a:ext cx="75342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e-DE" sz="1100" b="0" i="1" dirty="0">
                  <a:solidFill>
                    <a:srgbClr val="FF0000"/>
                  </a:solidFill>
                  <a:latin typeface="Cambria Math" panose="02040503050406030204" pitchFamily="18" charset="0"/>
                </a:rPr>
                <a:t>F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2ECB5DD-3755-4EB8-87FE-9A6C1A54D9B2}"/>
              </a:ext>
            </a:extLst>
          </p:cNvPr>
          <p:cNvGrpSpPr/>
          <p:nvPr/>
        </p:nvGrpSpPr>
        <p:grpSpPr>
          <a:xfrm>
            <a:off x="2738088" y="242306"/>
            <a:ext cx="1289802" cy="1511960"/>
            <a:chOff x="2783970" y="69586"/>
            <a:chExt cx="1289802" cy="1511960"/>
          </a:xfrm>
        </p:grpSpPr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ED4DCA9C-848A-4193-AB5F-1A011E01CBFC}"/>
                </a:ext>
              </a:extLst>
            </p:cNvPr>
            <p:cNvSpPr/>
            <p:nvPr/>
          </p:nvSpPr>
          <p:spPr>
            <a:xfrm>
              <a:off x="2784294" y="1161821"/>
              <a:ext cx="1289154" cy="41972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EF53A3AE-D82D-48C2-BB93-1ABAAC540D17}"/>
                </a:ext>
              </a:extLst>
            </p:cNvPr>
            <p:cNvCxnSpPr>
              <a:cxnSpLocks/>
            </p:cNvCxnSpPr>
            <p:nvPr/>
          </p:nvCxnSpPr>
          <p:spPr>
            <a:xfrm>
              <a:off x="2783970" y="1167394"/>
              <a:ext cx="128980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44AF6981-D536-433C-9123-CE09DCB123EF}"/>
                </a:ext>
              </a:extLst>
            </p:cNvPr>
            <p:cNvSpPr/>
            <p:nvPr/>
          </p:nvSpPr>
          <p:spPr>
            <a:xfrm>
              <a:off x="3021962" y="882005"/>
              <a:ext cx="814466" cy="2797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0E42D1F1-35F5-4AFE-A585-FFD45484DDFE}"/>
                </a:ext>
              </a:extLst>
            </p:cNvPr>
            <p:cNvCxnSpPr>
              <a:cxnSpLocks/>
            </p:cNvCxnSpPr>
            <p:nvPr/>
          </p:nvCxnSpPr>
          <p:spPr>
            <a:xfrm>
              <a:off x="2974170" y="317953"/>
              <a:ext cx="90940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FBC0397F-D395-4A7D-8A36-297459441590}"/>
                </a:ext>
              </a:extLst>
            </p:cNvPr>
            <p:cNvSpPr txBox="1"/>
            <p:nvPr/>
          </p:nvSpPr>
          <p:spPr>
            <a:xfrm>
              <a:off x="3114522" y="69586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motion</a:t>
              </a:r>
            </a:p>
          </p:txBody>
        </p: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EA0461DA-6685-4B7A-8ABA-B211AFD851AA}"/>
                </a:ext>
              </a:extLst>
            </p:cNvPr>
            <p:cNvCxnSpPr>
              <a:cxnSpLocks/>
            </p:cNvCxnSpPr>
            <p:nvPr/>
          </p:nvCxnSpPr>
          <p:spPr>
            <a:xfrm>
              <a:off x="3447241" y="1011028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B5195D2A-B11B-411C-936C-A488A76A88C5}"/>
                    </a:ext>
                  </a:extLst>
                </p:cNvPr>
                <p:cNvSpPr txBox="1"/>
                <p:nvPr/>
              </p:nvSpPr>
              <p:spPr>
                <a:xfrm>
                  <a:off x="3213345" y="1203460"/>
                  <a:ext cx="17921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B5195D2A-B11B-411C-936C-A488A76A8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345" y="1203460"/>
                  <a:ext cx="179215" cy="169277"/>
                </a:xfrm>
                <a:prstGeom prst="rect">
                  <a:avLst/>
                </a:prstGeom>
                <a:blipFill>
                  <a:blip r:embed="rId2"/>
                  <a:stretch>
                    <a:fillRect l="-17241" r="-6897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689B6F32-7F1A-4AD3-B7C8-3D606E324832}"/>
                    </a:ext>
                  </a:extLst>
                </p:cNvPr>
                <p:cNvSpPr txBox="1"/>
                <p:nvPr/>
              </p:nvSpPr>
              <p:spPr>
                <a:xfrm>
                  <a:off x="3492753" y="652545"/>
                  <a:ext cx="18838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689B6F32-7F1A-4AD3-B7C8-3D606E324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753" y="652545"/>
                  <a:ext cx="188385" cy="169277"/>
                </a:xfrm>
                <a:prstGeom prst="rect">
                  <a:avLst/>
                </a:prstGeom>
                <a:blipFill>
                  <a:blip r:embed="rId3"/>
                  <a:stretch>
                    <a:fillRect l="-16129" r="-6452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3F99EAA2-00C9-47C1-B1FE-D0F551A83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7241" y="460113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16BAC4A0-8F3A-4CC9-9061-57775D21B0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4232" y="1011136"/>
              <a:ext cx="25300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6990E5EE-0FCB-48AE-B84D-5EF1651ED579}"/>
                </a:ext>
              </a:extLst>
            </p:cNvPr>
            <p:cNvSpPr txBox="1"/>
            <p:nvPr/>
          </p:nvSpPr>
          <p:spPr>
            <a:xfrm>
              <a:off x="3073041" y="934786"/>
              <a:ext cx="75342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e-DE" sz="1100" b="0" i="1" dirty="0">
                  <a:solidFill>
                    <a:srgbClr val="FF0000"/>
                  </a:solidFill>
                  <a:latin typeface="Cambria Math" panose="02040503050406030204" pitchFamily="18" charset="0"/>
                </a:rPr>
                <a:t>F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30CC0EC-EC66-43A8-9A69-015D2282A1A6}"/>
              </a:ext>
            </a:extLst>
          </p:cNvPr>
          <p:cNvGrpSpPr/>
          <p:nvPr/>
        </p:nvGrpSpPr>
        <p:grpSpPr>
          <a:xfrm>
            <a:off x="1374784" y="242306"/>
            <a:ext cx="1289802" cy="1511960"/>
            <a:chOff x="1354464" y="69586"/>
            <a:chExt cx="1289802" cy="1511960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DEF45DB0-0CB3-4CC6-9127-7B828AF7B177}"/>
                </a:ext>
              </a:extLst>
            </p:cNvPr>
            <p:cNvSpPr/>
            <p:nvPr/>
          </p:nvSpPr>
          <p:spPr>
            <a:xfrm>
              <a:off x="1354788" y="1161821"/>
              <a:ext cx="1289154" cy="41972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B7BC8CBE-58A7-4700-8E99-FC16CE9ABDD9}"/>
                </a:ext>
              </a:extLst>
            </p:cNvPr>
            <p:cNvCxnSpPr>
              <a:cxnSpLocks/>
            </p:cNvCxnSpPr>
            <p:nvPr/>
          </p:nvCxnSpPr>
          <p:spPr>
            <a:xfrm>
              <a:off x="1354464" y="1167394"/>
              <a:ext cx="128980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FF9765CF-7D38-4CB1-8DEE-0F5DD64DAEF6}"/>
                    </a:ext>
                  </a:extLst>
                </p:cNvPr>
                <p:cNvSpPr txBox="1"/>
                <p:nvPr/>
              </p:nvSpPr>
              <p:spPr>
                <a:xfrm>
                  <a:off x="2085172" y="1207415"/>
                  <a:ext cx="18838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FF9765CF-7D38-4CB1-8DEE-0F5DD64DA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5172" y="1207415"/>
                  <a:ext cx="188385" cy="169277"/>
                </a:xfrm>
                <a:prstGeom prst="rect">
                  <a:avLst/>
                </a:prstGeom>
                <a:blipFill>
                  <a:blip r:embed="rId3"/>
                  <a:stretch>
                    <a:fillRect l="-16129" r="-6452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Rechteck: abgerundete Ecken 60">
              <a:extLst>
                <a:ext uri="{FF2B5EF4-FFF2-40B4-BE49-F238E27FC236}">
                  <a16:creationId xmlns:a16="http://schemas.microsoft.com/office/drawing/2014/main" id="{324EE1F7-C9F6-479C-97DF-8A97ED3FB4AE}"/>
                </a:ext>
              </a:extLst>
            </p:cNvPr>
            <p:cNvSpPr/>
            <p:nvPr/>
          </p:nvSpPr>
          <p:spPr>
            <a:xfrm>
              <a:off x="1592456" y="882005"/>
              <a:ext cx="814466" cy="2797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DBC39F03-C216-4524-B46D-55C73BB26C9C}"/>
                </a:ext>
              </a:extLst>
            </p:cNvPr>
            <p:cNvCxnSpPr>
              <a:cxnSpLocks/>
            </p:cNvCxnSpPr>
            <p:nvPr/>
          </p:nvCxnSpPr>
          <p:spPr>
            <a:xfrm>
              <a:off x="1544664" y="317953"/>
              <a:ext cx="90940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418A1461-44C9-471C-AD43-62BE272BF0D3}"/>
                </a:ext>
              </a:extLst>
            </p:cNvPr>
            <p:cNvSpPr txBox="1"/>
            <p:nvPr/>
          </p:nvSpPr>
          <p:spPr>
            <a:xfrm>
              <a:off x="1685016" y="69586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motion</a:t>
              </a:r>
            </a:p>
          </p:txBody>
        </p: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A4DC8ED9-D444-4453-A37C-CF9C203A3C16}"/>
                </a:ext>
              </a:extLst>
            </p:cNvPr>
            <p:cNvCxnSpPr>
              <a:cxnSpLocks/>
            </p:cNvCxnSpPr>
            <p:nvPr/>
          </p:nvCxnSpPr>
          <p:spPr>
            <a:xfrm>
              <a:off x="1963460" y="1014983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F68FEE6C-1EAF-4F04-B65B-B8DE2EAEE301}"/>
                </a:ext>
              </a:extLst>
            </p:cNvPr>
            <p:cNvCxnSpPr>
              <a:cxnSpLocks/>
            </p:cNvCxnSpPr>
            <p:nvPr/>
          </p:nvCxnSpPr>
          <p:spPr>
            <a:xfrm>
              <a:off x="2014260" y="1014983"/>
              <a:ext cx="0" cy="55091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8166E50F-4725-4D50-A312-5D5ED74E04DF}"/>
                    </a:ext>
                  </a:extLst>
                </p:cNvPr>
                <p:cNvSpPr txBox="1"/>
                <p:nvPr/>
              </p:nvSpPr>
              <p:spPr>
                <a:xfrm>
                  <a:off x="1724484" y="1207415"/>
                  <a:ext cx="17921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de-DE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oMath>
                    </m:oMathPara>
                  </a14:m>
                  <a:endParaRPr lang="de-DE" sz="11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8166E50F-4725-4D50-A312-5D5ED74E0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4484" y="1207415"/>
                  <a:ext cx="179215" cy="169277"/>
                </a:xfrm>
                <a:prstGeom prst="rect">
                  <a:avLst/>
                </a:prstGeom>
                <a:blipFill>
                  <a:blip r:embed="rId2"/>
                  <a:stretch>
                    <a:fillRect l="-16667" r="-3333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4374D42F-A7AE-4376-A583-F5DCD56EC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289" y="1015527"/>
              <a:ext cx="25300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F055B697-399E-4D20-86E2-E4FB717DAE7F}"/>
                </a:ext>
              </a:extLst>
            </p:cNvPr>
            <p:cNvSpPr txBox="1"/>
            <p:nvPr/>
          </p:nvSpPr>
          <p:spPr>
            <a:xfrm>
              <a:off x="1614098" y="939177"/>
              <a:ext cx="75342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e-DE" sz="1100" b="0" i="1" dirty="0">
                  <a:solidFill>
                    <a:srgbClr val="FF0000"/>
                  </a:solidFill>
                  <a:latin typeface="Cambria Math" panose="02040503050406030204" pitchFamily="18" charset="0"/>
                </a:rPr>
                <a:t>F</a:t>
              </a:r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93B37025-9CF6-4B09-AC5E-28C5B0D5CCAF}"/>
              </a:ext>
            </a:extLst>
          </p:cNvPr>
          <p:cNvSpPr txBox="1"/>
          <p:nvPr/>
        </p:nvSpPr>
        <p:spPr>
          <a:xfrm>
            <a:off x="4039724" y="17272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CFB4960-4A36-47B0-812D-7CFA140D5544}"/>
              </a:ext>
            </a:extLst>
          </p:cNvPr>
          <p:cNvSpPr txBox="1"/>
          <p:nvPr/>
        </p:nvSpPr>
        <p:spPr>
          <a:xfrm>
            <a:off x="2701337" y="1727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7B6794F9-8E97-421E-B8EE-C9EC4CE851E4}"/>
              </a:ext>
            </a:extLst>
          </p:cNvPr>
          <p:cNvSpPr txBox="1"/>
          <p:nvPr/>
        </p:nvSpPr>
        <p:spPr>
          <a:xfrm>
            <a:off x="1338033" y="17272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2D889A89-E46A-41A9-86EA-91D70522924A}"/>
              </a:ext>
            </a:extLst>
          </p:cNvPr>
          <p:cNvSpPr txBox="1"/>
          <p:nvPr/>
        </p:nvSpPr>
        <p:spPr>
          <a:xfrm>
            <a:off x="-50188" y="17272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214EF18C-E0E2-4584-8251-BFB00D69D666}"/>
              </a:ext>
            </a:extLst>
          </p:cNvPr>
          <p:cNvSpPr txBox="1"/>
          <p:nvPr/>
        </p:nvSpPr>
        <p:spPr>
          <a:xfrm>
            <a:off x="357922" y="-981"/>
            <a:ext cx="4795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/>
              <a:t>Hockey puck sliding on ice with const. velocity: What scenario is plausible?</a:t>
            </a:r>
          </a:p>
        </p:txBody>
      </p:sp>
    </p:spTree>
    <p:extLst>
      <p:ext uri="{BB962C8B-B14F-4D97-AF65-F5344CB8AC3E}">
        <p14:creationId xmlns:p14="http://schemas.microsoft.com/office/powerpoint/2010/main" val="249569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Benutzerdefiniert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Hendrik Mattern</dc:creator>
  <cp:lastModifiedBy>Hendrik Mattern</cp:lastModifiedBy>
  <cp:revision>9</cp:revision>
  <dcterms:created xsi:type="dcterms:W3CDTF">2025-07-01T07:11:37Z</dcterms:created>
  <dcterms:modified xsi:type="dcterms:W3CDTF">2025-10-29T15:05:36Z</dcterms:modified>
</cp:coreProperties>
</file>